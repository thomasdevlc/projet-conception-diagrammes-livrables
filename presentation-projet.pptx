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08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38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31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96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11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74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470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62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18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84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7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8BF73-FDA6-4F9F-975D-9DA2A2310468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2D765-193C-43D3-BB16-31C15C4577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28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fr-FR" altLang="fr-FR" sz="7200" b="0" i="0" u="none" strike="noStrike" cap="none" normalizeH="0" baseline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ill Sans MT Condensed" panose="020B0506020104020203" pitchFamily="34" charset="0"/>
              </a:rPr>
              <a:t>Présentation</a:t>
            </a:r>
            <a:r>
              <a:rPr lang="fr-FR" altLang="fr-FR" sz="7200">
                <a:solidFill>
                  <a:srgbClr val="1155CC"/>
                </a:solidFill>
                <a:latin typeface="Gill Sans MT Condensed" panose="020B0506020104020203" pitchFamily="34" charset="0"/>
              </a:rPr>
              <a:t> </a:t>
            </a:r>
            <a:r>
              <a:rPr lang="fr-FR" altLang="fr-FR" sz="7200" smtClean="0">
                <a:solidFill>
                  <a:schemeClr val="accent1">
                    <a:lumMod val="50000"/>
                  </a:schemeClr>
                </a:solidFill>
                <a:latin typeface="Gill Sans MT Condensed" panose="020B0506020104020203" pitchFamily="34" charset="0"/>
              </a:rPr>
              <a:t>Conception</a:t>
            </a:r>
            <a:r>
              <a:rPr kumimoji="0" lang="fr-FR" altLang="fr-F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ill Sans MT Condensed" panose="020B0506020104020203" pitchFamily="34" charset="0"/>
              </a:rPr>
              <a:t/>
            </a:r>
            <a:br>
              <a:rPr kumimoji="0" lang="fr-FR" altLang="fr-F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ill Sans MT Condensed" panose="020B0506020104020203" pitchFamily="34" charset="0"/>
              </a:rPr>
            </a:br>
            <a:r>
              <a:rPr lang="fr-FR" altLang="fr-FR" sz="4400">
                <a:solidFill>
                  <a:srgbClr val="3C78D8"/>
                </a:solidFill>
                <a:latin typeface="Gill Sans MT Condensed" panose="020B0506020104020203" pitchFamily="34" charset="0"/>
              </a:rPr>
              <a:t>A</a:t>
            </a:r>
            <a:r>
              <a:rPr lang="fr-FR" altLang="fr-FR" sz="4400" smtClean="0">
                <a:solidFill>
                  <a:srgbClr val="3C78D8"/>
                </a:solidFill>
                <a:latin typeface="Gill Sans MT Condensed" panose="020B0506020104020203" pitchFamily="34" charset="0"/>
              </a:rPr>
              <a:t>pplication de gestion de commande  </a:t>
            </a:r>
            <a:endParaRPr lang="fr-FR">
              <a:latin typeface="Gill Sans MT Condensed" panose="020B0506020104020203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909848"/>
            <a:ext cx="9144000" cy="1334814"/>
          </a:xfrm>
        </p:spPr>
        <p:txBody>
          <a:bodyPr/>
          <a:lstStyle/>
          <a:p>
            <a:pPr lvl="0"/>
            <a:r>
              <a:rPr lang="fr-FR" altLang="fr-FR">
                <a:solidFill>
                  <a:srgbClr val="595959"/>
                </a:solidFill>
                <a:latin typeface="Oswald"/>
              </a:rPr>
              <a:t>Thomas Le Cam</a:t>
            </a:r>
            <a:endParaRPr kumimoji="0" lang="fr-FR" altLang="fr-F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fr-FR"/>
          </a:p>
        </p:txBody>
      </p:sp>
      <p:sp>
        <p:nvSpPr>
          <p:cNvPr id="5" name="AutoShape 2" descr="Diginamic Formation Logo"/>
          <p:cNvSpPr>
            <a:spLocks noChangeAspect="1" noChangeArrowheads="1"/>
          </p:cNvSpPr>
          <p:nvPr/>
        </p:nvSpPr>
        <p:spPr bwMode="auto">
          <a:xfrm>
            <a:off x="155575" y="7921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fr-FR"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-10808"/>
            <a:ext cx="788276" cy="7921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utoShape 4" descr="Diginamic Formation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AutoShape 6" descr="Diginamic Formation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67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8373" y="1009694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1200" b="1" smtClean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 système de gestion des colis réalise automatiquement le choix de l’emballage, le calcul du poids total et verifie les frais de port à partir des règles et des tarifs paramétrés.</a:t>
            </a:r>
          </a:p>
          <a:p>
            <a:endParaRPr lang="fr-FR" sz="1200" smtClean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fr-FR" sz="1200" b="1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Opérateur / Préparateur commande</a:t>
            </a:r>
          </a:p>
          <a:p>
            <a:r>
              <a:rPr lang="fr-FR" sz="12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</a:t>
            </a: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raite une commande et prépare l’expédition.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renseigner un nouveau client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sélectionner un client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renseigner une commande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lancer la préparation du colis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consulter le résultat du conditionnement adequat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consulter les frais de 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saisir le numéro de lettre suivie si nécessaire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valider l’expédition / renseigner l’état du colis (en cours/expédié)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déclencher la génération de documents (imprimer listes clients, commandes, bon de transport)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envoyer des e-mails (confirmation envois colis au client)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smtClean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fr-FR" sz="1200" b="1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Administrateur</a:t>
            </a:r>
          </a:p>
          <a:p>
            <a:r>
              <a:rPr lang="fr-FR" sz="12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</a:t>
            </a: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aramètre les données relatives aux articles et emballages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déterminer les min/max des emballages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renseigner le poids des articles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renseigner / mettre à jour les tarifs d’expédition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smtClean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fr-FR" sz="1200" b="1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Transporteur (système externe)</a:t>
            </a:r>
          </a:p>
          <a:p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fournit les infos de tarifs et suivi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fournit le numéro de suivi si nécessaire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fournit les tarifs</a:t>
            </a:r>
            <a:endParaRPr lang="fr-FR" sz="12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780" y="1668169"/>
            <a:ext cx="5549252" cy="4686913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470259" y="505097"/>
            <a:ext cx="989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Acteurs / </a:t>
            </a:r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rôles et Architecture globale</a:t>
            </a:r>
            <a:endParaRPr lang="fr-FR" sz="2400" b="1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24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078" y="865293"/>
            <a:ext cx="4094397" cy="589038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6" y="952947"/>
            <a:ext cx="2710543" cy="256654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829" y="1034054"/>
            <a:ext cx="2489501" cy="247386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178" y="3496912"/>
            <a:ext cx="2358890" cy="325876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39931" y="478970"/>
            <a:ext cx="989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Scénario gestion des colis / Diagramme </a:t>
            </a:r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UC gestion des colis</a:t>
            </a:r>
            <a:endParaRPr lang="fr-FR" sz="2400" b="1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144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079" y="969117"/>
            <a:ext cx="5979513" cy="56277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39931" y="478970"/>
            <a:ext cx="989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Diagramme UC gestion des colis </a:t>
            </a:r>
            <a:r>
              <a:rPr lang="fr-FR" sz="2000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(périmètre opérateur)</a:t>
            </a:r>
            <a:endParaRPr lang="fr-FR" sz="200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07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52" y="1942202"/>
            <a:ext cx="6348495" cy="446092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39931" y="478970"/>
            <a:ext cx="989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Diagramme UC gestion des colis </a:t>
            </a:r>
            <a:r>
              <a:rPr lang="fr-FR" sz="200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fr-FR" sz="2000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périmètre admin)</a:t>
            </a:r>
            <a:endParaRPr lang="fr-FR" sz="200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833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246" y="1268083"/>
            <a:ext cx="9843869" cy="5131923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39931" y="478970"/>
            <a:ext cx="9892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Diagramme de classe – Application de gestion des colis</a:t>
            </a:r>
            <a:endParaRPr lang="fr-FR" sz="2400" b="1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70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35" y="975775"/>
            <a:ext cx="2905929" cy="5848709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876" y="964202"/>
            <a:ext cx="2746907" cy="5821313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39930" y="478970"/>
            <a:ext cx="11199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Dgr. de sequence traitement commande / Dgr. d activité - Expédition </a:t>
            </a:r>
            <a:endParaRPr lang="fr-FR" sz="2400" b="1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234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624" y="976489"/>
            <a:ext cx="6697056" cy="5831803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539930" y="478970"/>
            <a:ext cx="11199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Diagramme de </a:t>
            </a:r>
            <a:r>
              <a:rPr lang="fr-FR" sz="2400" b="1" smtClea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sequence – Calcul conditionnement</a:t>
            </a:r>
            <a:endParaRPr lang="fr-FR" sz="2400" b="1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37630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246</Words>
  <Application>Microsoft Office PowerPoint</Application>
  <PresentationFormat>Grand écran</PresentationFormat>
  <Paragraphs>36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Microsoft JhengHei UI</vt:lpstr>
      <vt:lpstr>Microsoft YaHei</vt:lpstr>
      <vt:lpstr>Arial</vt:lpstr>
      <vt:lpstr>Calibri</vt:lpstr>
      <vt:lpstr>Calibri Light</vt:lpstr>
      <vt:lpstr>Gill Sans MT Condensed</vt:lpstr>
      <vt:lpstr>Oswald</vt:lpstr>
      <vt:lpstr>Thème Office</vt:lpstr>
      <vt:lpstr>Présentation Conception Application de gestion de commande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titre professionnel Concepteur développeur d’application</dc:title>
  <dc:creator>Thomas Lc</dc:creator>
  <cp:lastModifiedBy>Thomas Lc</cp:lastModifiedBy>
  <cp:revision>9</cp:revision>
  <dcterms:created xsi:type="dcterms:W3CDTF">2026-01-16T17:26:11Z</dcterms:created>
  <dcterms:modified xsi:type="dcterms:W3CDTF">2026-01-18T09:24:08Z</dcterms:modified>
</cp:coreProperties>
</file>